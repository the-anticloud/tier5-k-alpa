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Alpa</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K_ALPA</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K_ALPA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K_ALPA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K_ALPA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K_ALPA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K_ALPA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K_ALPA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