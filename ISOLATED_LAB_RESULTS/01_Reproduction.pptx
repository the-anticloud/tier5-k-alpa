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K_ALPA</a:t>
            </a:r>
          </a:p>
          <a:p>
            <a:r>
              <a:t>Tier: TIER_5_WORLD_NEURO_EMBODIED</a:t>
            </a:r>
          </a:p>
          <a:p>
            <a:r>
              <a:t>Identity: Upstream alpa-projects/alpa @ b8078a9f75cb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K_ALPA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